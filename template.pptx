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83AA3-AEBF-403B-B840-35C40FF6E423}" v="1" dt="2026-08-31T06:02:43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54" d="100"/>
          <a:sy n="54" d="100"/>
        </p:scale>
        <p:origin x="22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onsong lee" userId="52c9162665f02e2b" providerId="LiveId" clId="{4E76E6C2-D235-4346-B5BD-3D8AC3EF0076}"/>
    <pc:docChg chg="custSel mod addSld delSld modSld modMainMaster setSldSz">
      <pc:chgData name="joonsong lee" userId="52c9162665f02e2b" providerId="LiveId" clId="{4E76E6C2-D235-4346-B5BD-3D8AC3EF0076}" dt="2026-08-31T06:28:33.971" v="17" actId="47"/>
      <pc:docMkLst>
        <pc:docMk/>
      </pc:docMkLst>
      <pc:sldChg chg="addSp delSp modSp add del mod modClrScheme chgLayout modNotes">
        <pc:chgData name="joonsong lee" userId="52c9162665f02e2b" providerId="LiveId" clId="{4E76E6C2-D235-4346-B5BD-3D8AC3EF0076}" dt="2026-08-31T06:22:52.102" v="16" actId="26606"/>
        <pc:sldMkLst>
          <pc:docMk/>
          <pc:sldMk cId="0" sldId="256"/>
        </pc:sldMkLst>
        <pc:spChg chg="add del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joonsong lee" userId="52c9162665f02e2b" providerId="LiveId" clId="{4E76E6C2-D235-4346-B5BD-3D8AC3EF0076}" dt="2026-08-31T06:14:39.691" v="12" actId="26606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8" creationId="{00000000-0000-0000-0000-000000000000}"/>
          </ac:spMkLst>
        </pc:spChg>
        <pc:spChg chg="del">
          <ac:chgData name="joonsong lee" userId="52c9162665f02e2b" providerId="LiveId" clId="{4E76E6C2-D235-4346-B5BD-3D8AC3EF0076}" dt="2026-08-31T06:09:24.815" v="10" actId="478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joonsong lee" userId="52c9162665f02e2b" providerId="LiveId" clId="{4E76E6C2-D235-4346-B5BD-3D8AC3EF0076}" dt="2026-08-31T06:09:24.815" v="10" actId="478"/>
          <ac:spMkLst>
            <pc:docMk/>
            <pc:sldMk cId="0" sldId="256"/>
            <ac:spMk id="12" creationId="{00000000-0000-0000-0000-000000000000}"/>
          </ac:spMkLst>
        </pc:spChg>
        <pc:spChg chg="add del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15" creationId="{00000000-0000-0000-0000-000000000000}"/>
          </ac:spMkLst>
        </pc:spChg>
        <pc:spChg chg="add del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19" creationId="{00000000-0000-0000-0000-000000000000}"/>
          </ac:spMkLst>
        </pc:spChg>
        <pc:spChg chg="del">
          <ac:chgData name="joonsong lee" userId="52c9162665f02e2b" providerId="LiveId" clId="{4E76E6C2-D235-4346-B5BD-3D8AC3EF0076}" dt="2026-08-31T06:09:24.815" v="10" actId="47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23" creationId="{00000000-0000-0000-0000-000000000000}"/>
          </ac:spMkLst>
        </pc:spChg>
        <pc:spChg chg="add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26" creationId="{00000000-0000-0000-0000-000000000000}"/>
          </ac:spMkLst>
        </pc:spChg>
        <pc:spChg chg="add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27" creationId="{00000000-0000-0000-0000-000000000000}"/>
          </ac:spMkLst>
        </pc:spChg>
        <pc:spChg chg="add 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6"/>
            <ac:spMk id="44" creationId="{00000000-0000-0000-0000-000000000000}"/>
          </ac:spMkLst>
        </pc:spChg>
        <pc:spChg chg="ad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46" creationId="{00000000-0000-0000-0000-000000000000}"/>
          </ac:spMkLst>
        </pc:spChg>
        <pc:spChg chg="add">
          <ac:chgData name="joonsong lee" userId="52c9162665f02e2b" providerId="LiveId" clId="{4E76E6C2-D235-4346-B5BD-3D8AC3EF0076}" dt="2026-08-31T06:18:45.239" v="14" actId="26606"/>
          <ac:spMkLst>
            <pc:docMk/>
            <pc:sldMk cId="0" sldId="256"/>
            <ac:spMk id="49" creationId="{00000000-0000-0000-0000-000000000000}"/>
          </ac:spMkLst>
        </pc:spChg>
        <pc:graphicFrameChg chg="mod replId">
          <ac:chgData name="joonsong lee" userId="52c9162665f02e2b" providerId="LiveId" clId="{4E76E6C2-D235-4346-B5BD-3D8AC3EF0076}" dt="2026-08-31T06:18:45.083" v="13" actId="26606"/>
          <ac:graphicFrameMkLst>
            <pc:docMk/>
            <pc:sldMk cId="0" sldId="256"/>
            <ac:graphicFrameMk id="52" creationId="{00000000-0000-0000-0000-000000000000}"/>
          </ac:graphicFrameMkLst>
        </pc:graphicFrameChg>
        <pc:graphicFrameChg chg="mod replId">
          <ac:chgData name="joonsong lee" userId="52c9162665f02e2b" providerId="LiveId" clId="{4E76E6C2-D235-4346-B5BD-3D8AC3EF0076}" dt="2026-08-31T06:18:45.083" v="13" actId="26606"/>
          <ac:graphicFrameMkLst>
            <pc:docMk/>
            <pc:sldMk cId="0" sldId="256"/>
            <ac:graphicFrameMk id="53" creationId="{00000000-0000-0000-0000-000000000000}"/>
          </ac:graphicFrameMkLst>
        </pc:graphicFrameChg>
      </pc:sldChg>
      <pc:sldChg chg="addSp delSp modSp add del mod modClrScheme chgLayout modNotes">
        <pc:chgData name="joonsong lee" userId="52c9162665f02e2b" providerId="LiveId" clId="{4E76E6C2-D235-4346-B5BD-3D8AC3EF0076}" dt="2026-08-31T06:28:33.971" v="17" actId="47"/>
        <pc:sldMkLst>
          <pc:docMk/>
          <pc:sldMk cId="0" sldId="257"/>
        </pc:sldMkLst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6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45" creationId="{00000000-0000-0000-0000-000000000000}"/>
          </ac:spMkLst>
        </pc:spChg>
        <pc:spChg chg="del">
          <ac:chgData name="joonsong lee" userId="52c9162665f02e2b" providerId="LiveId" clId="{4E76E6C2-D235-4346-B5BD-3D8AC3EF0076}" dt="2026-08-31T06:18:45.239" v="14" actId="26606"/>
          <ac:spMkLst>
            <pc:docMk/>
            <pc:sldMk cId="0" sldId="257"/>
            <ac:spMk id="60" creationId="{00000000-0000-0000-0000-000000000000}"/>
          </ac:spMkLst>
        </pc:spChg>
        <pc:spChg chg="mod replId">
          <ac:chgData name="joonsong lee" userId="52c9162665f02e2b" providerId="LiveId" clId="{4E76E6C2-D235-4346-B5BD-3D8AC3EF0076}" dt="2026-08-31T06:18:45.083" v="13" actId="26606"/>
          <ac:spMkLst>
            <pc:docMk/>
            <pc:sldMk cId="0" sldId="257"/>
            <ac:spMk id="63" creationId="{00000000-0000-0000-0000-000000000000}"/>
          </ac:spMkLst>
        </pc:spChg>
        <pc:spChg chg="mod replId">
          <ac:chgData name="joonsong lee" userId="52c9162665f02e2b" providerId="LiveId" clId="{4E76E6C2-D235-4346-B5BD-3D8AC3EF0076}" dt="2026-08-31T06:18:45.083" v="13" actId="26606"/>
          <ac:spMkLst>
            <pc:docMk/>
            <pc:sldMk cId="0" sldId="257"/>
            <ac:spMk id="64" creationId="{00000000-0000-0000-0000-000000000000}"/>
          </ac:spMkLst>
        </pc:spChg>
      </pc:sldChg>
      <pc:sldChg chg="addSp delSp modSp add del mod modClrScheme chgLayout modNotes">
        <pc:chgData name="joonsong lee" userId="52c9162665f02e2b" providerId="LiveId" clId="{4E76E6C2-D235-4346-B5BD-3D8AC3EF0076}" dt="2026-08-31T06:28:33.971" v="17" actId="47"/>
        <pc:sldMkLst>
          <pc:docMk/>
          <pc:sldMk cId="0" sldId="258"/>
        </pc:sldMkLst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45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8"/>
            <ac:spMk id="49" creationId="{00000000-0000-0000-0000-000000000000}"/>
          </ac:spMkLst>
        </pc:spChg>
        <pc:spChg chg="mod replId">
          <ac:chgData name="joonsong lee" userId="52c9162665f02e2b" providerId="LiveId" clId="{4E76E6C2-D235-4346-B5BD-3D8AC3EF0076}" dt="2026-08-31T06:18:45.083" v="13" actId="26606"/>
          <ac:spMkLst>
            <pc:docMk/>
            <pc:sldMk cId="0" sldId="258"/>
            <ac:spMk id="66" creationId="{00000000-0000-0000-0000-000000000000}"/>
          </ac:spMkLst>
        </pc:spChg>
        <pc:spChg chg="mod replId">
          <ac:chgData name="joonsong lee" userId="52c9162665f02e2b" providerId="LiveId" clId="{4E76E6C2-D235-4346-B5BD-3D8AC3EF0076}" dt="2026-08-31T06:18:45.083" v="13" actId="26606"/>
          <ac:spMkLst>
            <pc:docMk/>
            <pc:sldMk cId="0" sldId="258"/>
            <ac:spMk id="67" creationId="{00000000-0000-0000-0000-000000000000}"/>
          </ac:spMkLst>
        </pc:spChg>
        <pc:spChg chg="mod replId">
          <ac:chgData name="joonsong lee" userId="52c9162665f02e2b" providerId="LiveId" clId="{4E76E6C2-D235-4346-B5BD-3D8AC3EF0076}" dt="2026-08-31T06:18:45.083" v="13" actId="26606"/>
          <ac:spMkLst>
            <pc:docMk/>
            <pc:sldMk cId="0" sldId="258"/>
            <ac:spMk id="68" creationId="{00000000-0000-0000-0000-000000000000}"/>
          </ac:spMkLst>
        </pc:spChg>
        <pc:graphicFrameChg chg="mod replId">
          <ac:chgData name="joonsong lee" userId="52c9162665f02e2b" providerId="LiveId" clId="{4E76E6C2-D235-4346-B5BD-3D8AC3EF0076}" dt="2026-08-31T06:18:45.083" v="13" actId="26606"/>
          <ac:graphicFrameMkLst>
            <pc:docMk/>
            <pc:sldMk cId="0" sldId="258"/>
            <ac:graphicFrameMk id="63" creationId="{00000000-0000-0000-0000-000000000000}"/>
          </ac:graphicFrameMkLst>
        </pc:graphicFrameChg>
        <pc:graphicFrameChg chg="mod replId">
          <ac:chgData name="joonsong lee" userId="52c9162665f02e2b" providerId="LiveId" clId="{4E76E6C2-D235-4346-B5BD-3D8AC3EF0076}" dt="2026-08-31T06:18:45.083" v="13" actId="26606"/>
          <ac:graphicFrameMkLst>
            <pc:docMk/>
            <pc:sldMk cId="0" sldId="258"/>
            <ac:graphicFrameMk id="64" creationId="{00000000-0000-0000-0000-000000000000}"/>
          </ac:graphicFrameMkLst>
        </pc:graphicFrameChg>
        <pc:graphicFrameChg chg="mod replId">
          <ac:chgData name="joonsong lee" userId="52c9162665f02e2b" providerId="LiveId" clId="{4E76E6C2-D235-4346-B5BD-3D8AC3EF0076}" dt="2026-08-31T06:18:45.083" v="13" actId="26606"/>
          <ac:graphicFrameMkLst>
            <pc:docMk/>
            <pc:sldMk cId="0" sldId="258"/>
            <ac:graphicFrameMk id="65" creationId="{00000000-0000-0000-0000-000000000000}"/>
          </ac:graphicFrameMkLst>
        </pc:graphicFrameChg>
      </pc:sldChg>
      <pc:sldChg chg="addSp delSp modSp add del mod modClrScheme chgLayout modNotes">
        <pc:chgData name="joonsong lee" userId="52c9162665f02e2b" providerId="LiveId" clId="{4E76E6C2-D235-4346-B5BD-3D8AC3EF0076}" dt="2026-08-31T06:28:33.971" v="17" actId="47"/>
        <pc:sldMkLst>
          <pc:docMk/>
          <pc:sldMk cId="0" sldId="259"/>
        </pc:sldMkLst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9"/>
            <ac:spMk id="4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43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18:45.239" v="14" actId="26606"/>
          <ac:spMkLst>
            <pc:docMk/>
            <pc:sldMk cId="0" sldId="259"/>
            <ac:spMk id="48" creationId="{00000000-0000-0000-0000-000000000000}"/>
          </ac:spMkLst>
        </pc:spChg>
        <pc:spChg chg="mod">
          <ac:chgData name="joonsong lee" userId="52c9162665f02e2b" providerId="LiveId" clId="{4E76E6C2-D235-4346-B5BD-3D8AC3EF0076}" dt="2026-08-31T06:22:52.102" v="16" actId="26606"/>
          <ac:spMkLst>
            <pc:docMk/>
            <pc:sldMk cId="0" sldId="259"/>
            <ac:spMk id="49" creationId="{00000000-0000-0000-0000-000000000000}"/>
          </ac:spMkLst>
        </pc:spChg>
        <pc:spChg chg="mod replId">
          <ac:chgData name="joonsong lee" userId="52c9162665f02e2b" providerId="LiveId" clId="{4E76E6C2-D235-4346-B5BD-3D8AC3EF0076}" dt="2026-08-31T06:18:45.083" v="13" actId="26606"/>
          <ac:spMkLst>
            <pc:docMk/>
            <pc:sldMk cId="0" sldId="259"/>
            <ac:spMk id="66" creationId="{00000000-0000-0000-0000-000000000000}"/>
          </ac:spMkLst>
        </pc:spChg>
        <pc:spChg chg="del mod replId">
          <ac:chgData name="joonsong lee" userId="52c9162665f02e2b" providerId="LiveId" clId="{4E76E6C2-D235-4346-B5BD-3D8AC3EF0076}" dt="2026-08-31T06:18:45.239" v="14" actId="26606"/>
          <ac:spMkLst>
            <pc:docMk/>
            <pc:sldMk cId="0" sldId="259"/>
            <ac:spMk id="67" creationId="{00000000-0000-0000-0000-000000000000}"/>
          </ac:spMkLst>
        </pc:spChg>
        <pc:spChg chg="mod replId">
          <ac:chgData name="joonsong lee" userId="52c9162665f02e2b" providerId="LiveId" clId="{4E76E6C2-D235-4346-B5BD-3D8AC3EF0076}" dt="2026-08-31T06:18:45.083" v="13" actId="26606"/>
          <ac:spMkLst>
            <pc:docMk/>
            <pc:sldMk cId="0" sldId="259"/>
            <ac:spMk id="68" creationId="{00000000-0000-0000-0000-000000000000}"/>
          </ac:spMkLst>
        </pc:spChg>
      </pc:sldChg>
      <pc:sldChg chg="add del">
        <pc:chgData name="joonsong lee" userId="52c9162665f02e2b" providerId="LiveId" clId="{4E76E6C2-D235-4346-B5BD-3D8AC3EF0076}" dt="2026-08-31T06:18:45.239" v="14" actId="26606"/>
        <pc:sldMkLst>
          <pc:docMk/>
          <pc:sldMk cId="0" sldId="260"/>
        </pc:sldMkLst>
      </pc:sldChg>
      <pc:sldChg chg="add del">
        <pc:chgData name="joonsong lee" userId="52c9162665f02e2b" providerId="LiveId" clId="{4E76E6C2-D235-4346-B5BD-3D8AC3EF0076}" dt="2026-08-31T06:08:24.749" v="9" actId="47"/>
        <pc:sldMkLst>
          <pc:docMk/>
          <pc:sldMk cId="0" sldId="261"/>
        </pc:sldMkLst>
      </pc:sldChg>
      <pc:sldChg chg="add del">
        <pc:chgData name="joonsong lee" userId="52c9162665f02e2b" providerId="LiveId" clId="{4E76E6C2-D235-4346-B5BD-3D8AC3EF0076}" dt="2026-08-31T06:08:24.749" v="9" actId="47"/>
        <pc:sldMkLst>
          <pc:docMk/>
          <pc:sldMk cId="0" sldId="262"/>
        </pc:sldMkLst>
      </pc:sldChg>
      <pc:sldChg chg="add del">
        <pc:chgData name="joonsong lee" userId="52c9162665f02e2b" providerId="LiveId" clId="{4E76E6C2-D235-4346-B5BD-3D8AC3EF0076}" dt="2026-08-31T06:08:24.749" v="9" actId="47"/>
        <pc:sldMkLst>
          <pc:docMk/>
          <pc:sldMk cId="0" sldId="263"/>
        </pc:sldMkLst>
      </pc:sldChg>
      <pc:sldChg chg="add del">
        <pc:chgData name="joonsong lee" userId="52c9162665f02e2b" providerId="LiveId" clId="{4E76E6C2-D235-4346-B5BD-3D8AC3EF0076}" dt="2026-08-31T06:08:24.749" v="9" actId="47"/>
        <pc:sldMkLst>
          <pc:docMk/>
          <pc:sldMk cId="0" sldId="264"/>
        </pc:sldMkLst>
      </pc:sldChg>
      <pc:sldChg chg="add del">
        <pc:chgData name="joonsong lee" userId="52c9162665f02e2b" providerId="LiveId" clId="{4E76E6C2-D235-4346-B5BD-3D8AC3EF0076}" dt="2026-08-31T06:08:24.749" v="9" actId="47"/>
        <pc:sldMkLst>
          <pc:docMk/>
          <pc:sldMk cId="0" sldId="265"/>
        </pc:sldMkLst>
      </pc:sldChg>
      <pc:sldChg chg="addSp delSp modSp new del mod replId">
        <pc:chgData name="joonsong lee" userId="52c9162665f02e2b" providerId="LiveId" clId="{4E76E6C2-D235-4346-B5BD-3D8AC3EF0076}" dt="2026-08-31T06:08:24.749" v="9" actId="47"/>
        <pc:sldMkLst>
          <pc:docMk/>
          <pc:sldMk cId="2052436296" sldId="266"/>
        </pc:sldMkLst>
        <pc:spChg chg="add del mod">
          <ac:chgData name="joonsong lee" userId="52c9162665f02e2b" providerId="LiveId" clId="{4E76E6C2-D235-4346-B5BD-3D8AC3EF0076}" dt="2026-08-31T06:03:38.263" v="5"/>
          <ac:spMkLst>
            <pc:docMk/>
            <pc:sldMk cId="2052436296" sldId="266"/>
            <ac:spMk id="2" creationId="{FE012BC6-C0F0-DE58-9D72-06EA21ACC1B5}"/>
          </ac:spMkLst>
        </pc:spChg>
      </pc:sldChg>
      <pc:sldMasterChg chg="addSldLayout delSldLayout modSldLayout">
        <pc:chgData name="joonsong lee" userId="52c9162665f02e2b" providerId="LiveId" clId="{4E76E6C2-D235-4346-B5BD-3D8AC3EF0076}" dt="2026-08-31T06:22:52.102" v="16" actId="26606"/>
        <pc:sldMasterMkLst>
          <pc:docMk/>
          <pc:sldMasterMk cId="4125315168" sldId="2147483648"/>
        </pc:sldMasterMkLst>
        <pc:sldLayoutChg chg="add">
          <pc:chgData name="joonsong lee" userId="52c9162665f02e2b" providerId="LiveId" clId="{4E76E6C2-D235-4346-B5BD-3D8AC3EF0076}" dt="2026-08-31T06:22:52.102" v="16" actId="26606"/>
          <pc:sldLayoutMkLst>
            <pc:docMk/>
            <pc:sldMasterMk cId="4125315168" sldId="2147483648"/>
            <pc:sldLayoutMk cId="0" sldId="2147483649"/>
          </pc:sldLayoutMkLst>
        </pc:sldLayoutChg>
        <pc:sldLayoutChg chg="del">
          <pc:chgData name="joonsong lee" userId="52c9162665f02e2b" providerId="LiveId" clId="{4E76E6C2-D235-4346-B5BD-3D8AC3EF0076}" dt="2026-08-31T06:05:53.769" v="8" actId="26606"/>
          <pc:sldLayoutMkLst>
            <pc:docMk/>
            <pc:sldMasterMk cId="4125315168" sldId="2147483648"/>
            <pc:sldLayoutMk cId="0" sldId="2147483650"/>
          </pc:sldLayoutMkLst>
        </pc:sldLayoutChg>
        <pc:sldLayoutChg chg="replId">
          <pc:chgData name="joonsong lee" userId="52c9162665f02e2b" providerId="LiveId" clId="{4E76E6C2-D235-4346-B5BD-3D8AC3EF0076}" dt="2026-08-31T06:05:53.643" v="7" actId="26606"/>
          <pc:sldLayoutMkLst>
            <pc:docMk/>
            <pc:sldMasterMk cId="4125315168" sldId="2147483648"/>
            <pc:sldLayoutMk cId="0" sldId="2147483651"/>
          </pc:sldLayoutMkLst>
        </pc:sldLayoutChg>
        <pc:sldLayoutChg chg="add replId">
          <pc:chgData name="joonsong lee" userId="52c9162665f02e2b" providerId="LiveId" clId="{4E76E6C2-D235-4346-B5BD-3D8AC3EF0076}" dt="2026-08-31T06:14:39.520" v="11" actId="26606"/>
          <pc:sldLayoutMkLst>
            <pc:docMk/>
            <pc:sldMasterMk cId="4125315168" sldId="2147483648"/>
            <pc:sldLayoutMk cId="0" sldId="2147483652"/>
          </pc:sldLayoutMkLst>
        </pc:sldLayoutChg>
        <pc:sldLayoutChg chg="add replId">
          <pc:chgData name="joonsong lee" userId="52c9162665f02e2b" providerId="LiveId" clId="{4E76E6C2-D235-4346-B5BD-3D8AC3EF0076}" dt="2026-08-31T06:18:45.083" v="13" actId="26606"/>
          <pc:sldLayoutMkLst>
            <pc:docMk/>
            <pc:sldMasterMk cId="4125315168" sldId="2147483648"/>
            <pc:sldLayoutMk cId="0" sldId="2147483653"/>
          </pc:sldLayoutMkLst>
        </pc:sldLayoutChg>
        <pc:sldLayoutChg chg="add replId">
          <pc:chgData name="joonsong lee" userId="52c9162665f02e2b" providerId="LiveId" clId="{4E76E6C2-D235-4346-B5BD-3D8AC3EF0076}" dt="2026-08-31T06:22:51.900" v="15" actId="26606"/>
          <pc:sldLayoutMkLst>
            <pc:docMk/>
            <pc:sldMasterMk cId="4125315168" sldId="2147483648"/>
            <pc:sldLayoutMk cId="0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6800" y="1143000"/>
            <a:ext cx="2184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31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3" r:id="rId3"/>
    <p:sldLayoutId id="2147483652" r:id="rId4"/>
    <p:sldLayoutId id="2147483651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14630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PATTERN 01 · 개인 학업 성취 및 습관 형성 만능 템플릿 (경험 / 선택 공통)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148072" y="1463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GROWTH · P.1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10896" y="548640"/>
            <a:ext cx="6940296" cy="18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153912" y="10387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10896" y="713232"/>
            <a:ext cx="694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질문 유형</a:t>
            </a: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TARGET 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" y="932688"/>
            <a:ext cx="6940296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024128"/>
            <a:ext cx="6793992" cy="292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과외 · 멘토링 경험   ·   온라인 강의 수강 경험   ·   도서관 등 공공시설 이용 경험   ·   학습 지원 봉사활동 경험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" y="1462811"/>
            <a:ext cx="694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논리 흐름</a:t>
            </a: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CORE LOGIC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682267"/>
            <a:ext cx="6940296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0896" y="1773707"/>
            <a:ext cx="168021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0896" y="1947443"/>
            <a:ext cx="1680210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56616" y="1773707"/>
            <a:ext cx="158877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965731"/>
            <a:ext cx="15704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활동 경험 · 선호 제시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64258" y="1773707"/>
            <a:ext cx="168021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064258" y="1947443"/>
            <a:ext cx="1680210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109978" y="1773707"/>
            <a:ext cx="158877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19122" y="1965731"/>
            <a:ext cx="15704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집중 연습 → 학습 습관 · 자기 규율 형성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17620" y="1773707"/>
            <a:ext cx="168021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817620" y="1947443"/>
            <a:ext cx="1680210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863340" y="1773707"/>
            <a:ext cx="158877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72484" y="1965731"/>
            <a:ext cx="15704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향상 및 보람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0982" y="1773707"/>
            <a:ext cx="168021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570982" y="1947443"/>
            <a:ext cx="1680210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16702" y="1773707"/>
            <a:ext cx="158877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25846" y="1965731"/>
            <a:ext cx="15704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학업 생활의 필수 요소로 정착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" y="2852699"/>
            <a:ext cx="694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스크립트 — {슬롯}만 교체</a:t>
            </a: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TEMPLATE SCRIPT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896" y="3072155"/>
            <a:ext cx="6940296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10896" y="3163595"/>
            <a:ext cx="694029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10896" y="3163595"/>
            <a:ext cx="45720" cy="3657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02336" y="3200171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79576" y="3191027"/>
            <a:ext cx="5980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{Action_Experience} during my college years.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10896" y="3575075"/>
            <a:ext cx="6940296" cy="903427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10896" y="3575075"/>
            <a:ext cx="45720" cy="90342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02336" y="3611651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1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79576" y="3602507"/>
            <a:ext cx="5980176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First, {Core_Method} significantly enhanced my study habits and self-discipline. To elaborate, {Subject_or_Mentor} allowed me to practice exercises focusing only on specific topics, boosting my study efficiency and foundational understanding.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0896" y="4524223"/>
            <a:ext cx="6940296" cy="903427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10896" y="4524223"/>
            <a:ext cx="45720" cy="90342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02336" y="4560799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79576" y="4551655"/>
            <a:ext cx="5980176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Second, experiencing such an academic improvement was deeply rewarding. To be specific, I gained confidence through {Learning_Format}, and my academic performance advanced remarkably, demonstrating the true value of academic support.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10896" y="5473370"/>
            <a:ext cx="6940296" cy="5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10896" y="5473370"/>
            <a:ext cx="45720" cy="51115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02336" y="550994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79576" y="5500802"/>
            <a:ext cx="5980176" cy="456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things considered, I believe that {Core_Method} has become an essential part of my daily academic life.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10896" y="6149111"/>
            <a:ext cx="694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슬롯 — 문제 유형별 대입 옵션</a:t>
            </a: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INTERCHANGEABLE SLOTS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10896" y="6368567"/>
            <a:ext cx="6940296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400483"/>
              </p:ext>
            </p:extLst>
          </p:nvPr>
        </p:nvGraphicFramePr>
        <p:xfrm>
          <a:off x="310896" y="6460007"/>
          <a:ext cx="6940296" cy="18257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{Action_Experience}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received help with Mathematics / took online courses in Mathematics / regularly visit my local library at least twice a week to utilize its academic facilities / helped my classmate with mathematics as a volunteer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{Core_Method}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taking free targeted tutoring / taking online lectures / utilizing the quiet study environment combined with free targeted tutoring / providing free targeted tutoring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{Subject_or_Mentor}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tutor / the online materials / the resources / guided instructions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{Learning_Format}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personalized learning / structured online learning / individualized tutoring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Text 45"/>
          <p:cNvSpPr/>
          <p:nvPr/>
        </p:nvSpPr>
        <p:spPr>
          <a:xfrm>
            <a:off x="310896" y="8789213"/>
            <a:ext cx="6940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표현</a:t>
            </a: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KEY VOCABULARY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10896" y="9008669"/>
            <a:ext cx="6940296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5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673747"/>
              </p:ext>
            </p:extLst>
          </p:nvPr>
        </p:nvGraphicFramePr>
        <p:xfrm>
          <a:off x="310896" y="9100109"/>
          <a:ext cx="3406140" cy="1394460"/>
        </p:xfrm>
        <a:graphic>
          <a:graphicData uri="http://schemas.openxmlformats.org/drawingml/2006/table">
            <a:tbl>
              <a:tblPr/>
              <a:tblGrid>
                <a:gridCol w="183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tutoring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맞춤형 과외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habits and self-discipline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공부 습관과 자기 규율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 efficiency and foundational understanding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효율과 기초 이해도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876735"/>
              </p:ext>
            </p:extLst>
          </p:nvPr>
        </p:nvGraphicFramePr>
        <p:xfrm>
          <a:off x="3845052" y="9100109"/>
          <a:ext cx="3406140" cy="1219200"/>
        </p:xfrm>
        <a:graphic>
          <a:graphicData uri="http://schemas.openxmlformats.org/drawingml/2006/table">
            <a:tbl>
              <a:tblPr/>
              <a:tblGrid>
                <a:gridCol w="1839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improvement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학업 향상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performance advanced remarkably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학업 성적이 현저히 향상되다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essential part of my daily academic life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일상 학업 생활의 필수적인 부분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385</Words>
  <Application>Microsoft Office PowerPoint</Application>
  <PresentationFormat>사용자 지정</PresentationFormat>
  <Paragraphs>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joonsong lee</dc:creator>
  <cp:lastModifiedBy>joonsong lee</cp:lastModifiedBy>
  <cp:revision>1</cp:revision>
  <cp:lastPrinted>2026-08-26T02:18:56Z</cp:lastPrinted>
  <dcterms:created xsi:type="dcterms:W3CDTF">2026-08-26T01:57:00Z</dcterms:created>
  <dcterms:modified xsi:type="dcterms:W3CDTF">2026-08-31T06:28:34Z</dcterms:modified>
</cp:coreProperties>
</file>